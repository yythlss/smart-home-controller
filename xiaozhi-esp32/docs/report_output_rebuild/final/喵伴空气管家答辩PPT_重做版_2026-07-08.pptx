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4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43000"/>
            <a:ext cx="6766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喵伴空气管家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874519"/>
            <a:ext cx="5852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FFFFFF"/>
                </a:solidFill>
                <a:latin typeface="Microsoft YaHei"/>
              </a:defRPr>
            </a:pPr>
            <a:r>
              <a:t>室内环境智能调节系统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3949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温湿度和空气质量检测 · 串口屏现场交互 · 小程序控制 · AI 语音控制</a:t>
            </a:r>
          </a:p>
        </p:txBody>
      </p:sp>
      <p:pic>
        <p:nvPicPr>
          <p:cNvPr id="5" name="Picture 4" descr="hardware_overview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97280"/>
            <a:ext cx="3840480" cy="512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4238"/>
                </a:solidFill>
                <a:latin typeface="Microsoft YaHei"/>
              </a:defRPr>
            </a:pPr>
            <a:r>
              <a:t>1. 作品解决的问题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32461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90472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4238"/>
                </a:solidFill>
                <a:latin typeface="Microsoft YaHei"/>
              </a:defRPr>
            </a:pPr>
            <a:r>
              <a:t>环境变化不直观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84248"/>
            <a:ext cx="2788920" cy="3428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F2723"/>
                </a:solidFill>
                <a:latin typeface="Microsoft YaHei"/>
              </a:defRPr>
            </a:pPr>
            <a:r>
              <a:t>很多室内空间只能靠感觉判断闷、干、热，发现问题时往往已经晚了。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420624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2461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490472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4238"/>
                </a:solidFill>
                <a:latin typeface="Microsoft YaHei"/>
              </a:defRPr>
            </a:pPr>
            <a:r>
              <a:t>控制入口分散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84248"/>
            <a:ext cx="2788920" cy="3428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F2723"/>
                </a:solidFill>
                <a:latin typeface="Microsoft YaHei"/>
              </a:defRPr>
            </a:pPr>
            <a:r>
              <a:t>屏幕、手机、语音如果各管各的，状态容易不一致，用户也不好理解。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64008" cy="420624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83879" y="1325880"/>
            <a:ext cx="32461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490472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4238"/>
                </a:solidFill>
                <a:latin typeface="Microsoft YaHei"/>
              </a:defRPr>
            </a:pPr>
            <a:r>
              <a:t>手动操作容易忘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984248"/>
            <a:ext cx="2788920" cy="3428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F2723"/>
                </a:solidFill>
                <a:latin typeface="Microsoft YaHei"/>
              </a:defRPr>
            </a:pPr>
            <a:r>
              <a:t>需要一个自动模式处理明显异常，也需要一个节能模式快速关闭设备。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325880"/>
            <a:ext cx="64008" cy="420624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4238"/>
                </a:solidFill>
                <a:latin typeface="Microsoft YaHei"/>
              </a:defRPr>
            </a:pPr>
            <a:r>
              <a:t>2. 我们做了什么</a:t>
            </a:r>
          </a:p>
        </p:txBody>
      </p:sp>
      <p:pic>
        <p:nvPicPr>
          <p:cNvPr id="3" name="Picture 2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6583680" cy="3703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26679" y="1234440"/>
            <a:ext cx="3566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39903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4238"/>
                </a:solidFill>
                <a:latin typeface="Microsoft YaHei"/>
              </a:defRPr>
            </a:pPr>
            <a:r>
              <a:t>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189280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F2723"/>
                </a:solidFill>
                <a:latin typeface="Microsoft YaHei"/>
              </a:defRPr>
            </a:pPr>
            <a:r>
              <a:t>DHT11 读取温湿度，MQ135 读取空气质量模拟量。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26679" y="1234440"/>
            <a:ext cx="64008" cy="123444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26679" y="2697480"/>
            <a:ext cx="3566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86207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4238"/>
                </a:solidFill>
                <a:latin typeface="Microsoft YaHei"/>
              </a:defRPr>
            </a:pPr>
            <a:r>
              <a:t>交互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35584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F2723"/>
                </a:solidFill>
                <a:latin typeface="Microsoft YaHei"/>
              </a:defRPr>
            </a:pPr>
            <a:r>
              <a:t>串口屏、小程序、AI 语音都接入同一套状态。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79" y="2697480"/>
            <a:ext cx="64008" cy="123444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26679" y="4160520"/>
            <a:ext cx="3566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32511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4238"/>
                </a:solidFill>
                <a:latin typeface="Microsoft YaHei"/>
              </a:defRPr>
            </a:pPr>
            <a:r>
              <a:t>执行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8188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F2723"/>
                </a:solidFill>
                <a:latin typeface="Microsoft YaHei"/>
              </a:defRPr>
            </a:pPr>
            <a:r>
              <a:t>红灯表示净化，蓝灯表示加湿，舵机扇叶表示新风。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4160520"/>
            <a:ext cx="64008" cy="123444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4238"/>
                </a:solidFill>
                <a:latin typeface="Microsoft YaHei"/>
              </a:defRPr>
            </a:pPr>
            <a:r>
              <a:t>3. 硬件和接口</a:t>
            </a:r>
          </a:p>
        </p:txBody>
      </p:sp>
      <p:pic>
        <p:nvPicPr>
          <p:cNvPr id="3" name="Picture 2" descr="03_hardware_wi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6766560" cy="38061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35240" y="12344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74238"/>
                </a:solidFill>
                <a:latin typeface="Microsoft YaHei"/>
              </a:defRPr>
            </a:pPr>
            <a:r>
              <a:t>关键引脚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35240" y="1828800"/>
            <a:ext cx="38404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0">
                <a:solidFill>
                  <a:srgbClr val="1F2723"/>
                </a:solidFill>
                <a:latin typeface="Microsoft YaHei"/>
              </a:defRPr>
            </a:pPr>
            <a:r>
              <a:t>GPIO18: DHT11</a:t>
            </a:r>
            <a:br/>
            <a:r>
              <a:t>GPIO1: MQ135 ADC</a:t>
            </a:r>
            <a:br/>
            <a:r>
              <a:t>GPIO41/42: TJC 串口屏</a:t>
            </a:r>
            <a:br/>
            <a:r>
              <a:t>GPIO13: 净化红灯</a:t>
            </a:r>
            <a:br/>
            <a:r>
              <a:t>GPIO14: 加湿蓝灯</a:t>
            </a:r>
            <a:br/>
            <a:r>
              <a:t>GPIO21: 新风舵机扇叶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4238"/>
                </a:solidFill>
                <a:latin typeface="Microsoft YaHei"/>
              </a:defRPr>
            </a:pPr>
            <a:r>
              <a:t>4. 串口屏现场交互</a:t>
            </a:r>
          </a:p>
        </p:txBody>
      </p:sp>
      <p:pic>
        <p:nvPicPr>
          <p:cNvPr id="3" name="Picture 2" descr="serial_page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3246120" cy="1837120"/>
          </a:xfrm>
          <a:prstGeom prst="rect">
            <a:avLst/>
          </a:prstGeom>
        </p:spPr>
      </p:pic>
      <p:pic>
        <p:nvPicPr>
          <p:cNvPr id="4" name="Picture 3" descr="serial_page_air_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143000"/>
            <a:ext cx="3246120" cy="1837120"/>
          </a:xfrm>
          <a:prstGeom prst="rect">
            <a:avLst/>
          </a:prstGeom>
        </p:spPr>
      </p:pic>
      <p:pic>
        <p:nvPicPr>
          <p:cNvPr id="5" name="Picture 4" descr="serial_page_ai_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143000"/>
            <a:ext cx="3246120" cy="18340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5321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1F2723"/>
                </a:solidFill>
                <a:latin typeface="Microsoft YaHei"/>
              </a:defRPr>
            </a:pPr>
            <a:r>
              <a:t>首页看状态，详情页看曲线，AI/设置页切换手动环境。数据保持在屏幕上，新数据来时覆盖更新。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4238"/>
                </a:solidFill>
                <a:latin typeface="Microsoft YaHei"/>
              </a:defRPr>
            </a:pPr>
            <a:r>
              <a:t>5. 小程序控制</a:t>
            </a:r>
          </a:p>
        </p:txBody>
      </p:sp>
      <p:pic>
        <p:nvPicPr>
          <p:cNvPr id="3" name="Picture 2" descr="05_mini_program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6583680" cy="3703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35240" y="1234440"/>
            <a:ext cx="3611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0" y="139903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4238"/>
                </a:solidFill>
                <a:latin typeface="Microsoft YaHei"/>
              </a:defRPr>
            </a:pPr>
            <a:r>
              <a:t>读取状态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89280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F2723"/>
                </a:solidFill>
                <a:latin typeface="Microsoft YaHei"/>
              </a:defRPr>
            </a:pPr>
            <a:r>
              <a:t>GET /api/state 获取温湿度、空气评分和设备档位。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635240" y="1234440"/>
            <a:ext cx="64008" cy="11430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2606040"/>
            <a:ext cx="3611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277063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4238"/>
                </a:solidFill>
                <a:latin typeface="Microsoft YaHei"/>
              </a:defRPr>
            </a:pPr>
            <a:r>
              <a:t>控制设备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26440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F2723"/>
                </a:solidFill>
                <a:latin typeface="Microsoft YaHei"/>
              </a:defRPr>
            </a:pPr>
            <a:r>
              <a:t>POST /api/device 切换净化、新风、加湿 0-3 档。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2606040"/>
            <a:ext cx="64008" cy="11430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35240" y="3977639"/>
            <a:ext cx="3611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4142231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4238"/>
                </a:solidFill>
                <a:latin typeface="Microsoft YaHei"/>
              </a:defRPr>
            </a:pPr>
            <a:r>
              <a:t>查看历史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636007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F2723"/>
                </a:solidFill>
                <a:latin typeface="Microsoft YaHei"/>
              </a:defRPr>
            </a:pPr>
            <a:r>
              <a:t>GET /api/history 显示最近 30 条空气评分。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3977639"/>
            <a:ext cx="64008" cy="11430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4238"/>
                </a:solidFill>
                <a:latin typeface="Microsoft YaHei"/>
              </a:defRPr>
            </a:pPr>
            <a:r>
              <a:t>6. AI 语音控制</a:t>
            </a:r>
          </a:p>
        </p:txBody>
      </p:sp>
      <p:pic>
        <p:nvPicPr>
          <p:cNvPr id="3" name="Picture 2" descr="06_mcp_bridg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6766560" cy="38061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26679" y="150876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0">
                <a:solidFill>
                  <a:srgbClr val="1F2723"/>
                </a:solidFill>
                <a:latin typeface="Microsoft YaHei"/>
              </a:defRPr>
            </a:pPr>
            <a:r>
              <a:t>语音不是直接操作 GPIO，而是调用 MCP 工具，再由本地桥接程序转发到 ESP32 HTTP API。这样屏幕、小程序和语音控制看到的是同一套状态。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26679" y="4160520"/>
            <a:ext cx="35204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D9822B"/>
                </a:solidFill>
                <a:latin typeface="Microsoft YaHei"/>
              </a:defRPr>
            </a:pPr>
            <a:r>
              <a:t>示例：打开净化器二档</a:t>
            </a:r>
            <a:br/>
            <a:r>
              <a:t>示例：模拟污染环境</a:t>
            </a:r>
            <a:br/>
            <a:r>
              <a:t>示例：进入节能模式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4238"/>
                </a:solidFill>
                <a:latin typeface="Microsoft YaHei"/>
              </a:defRPr>
            </a:pPr>
            <a:r>
              <a:t>7. 自动与节能模式</a:t>
            </a:r>
          </a:p>
        </p:txBody>
      </p:sp>
      <p:pic>
        <p:nvPicPr>
          <p:cNvPr id="3" name="Picture 2" descr="07_auto_eco_log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6766560" cy="380619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26679" y="13258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49047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4238"/>
                </a:solidFill>
                <a:latin typeface="Microsoft YaHei"/>
              </a:defRPr>
            </a:pPr>
            <a:r>
              <a:t>自动模式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19842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F2723"/>
                </a:solidFill>
                <a:latin typeface="Microsoft YaHei"/>
              </a:defRPr>
            </a:pPr>
            <a:r>
              <a:t>根据湿度、空气评分和温度调整执行器档位。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26679" y="1325880"/>
            <a:ext cx="64008" cy="11430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26679" y="278892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95351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4238"/>
                </a:solidFill>
                <a:latin typeface="Microsoft YaHei"/>
              </a:defRPr>
            </a:pPr>
            <a:r>
              <a:t>节能模式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447287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F2723"/>
                </a:solidFill>
                <a:latin typeface="Microsoft YaHei"/>
              </a:defRPr>
            </a:pPr>
            <a:r>
              <a:t>关闭自动模式，并把三个执行器档位置 0。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79" y="2788920"/>
            <a:ext cx="64008" cy="11430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26679" y="425196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41655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4238"/>
                </a:solidFill>
                <a:latin typeface="Microsoft YaHei"/>
              </a:defRPr>
            </a:pPr>
            <a:r>
              <a:t>现场展示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91032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1F2723"/>
                </a:solidFill>
                <a:latin typeface="Microsoft YaHei"/>
              </a:defRPr>
            </a:pPr>
            <a:r>
              <a:t>用舒适、高温、干燥、污染场景验证联动。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4251960"/>
            <a:ext cx="64008" cy="11430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4238"/>
                </a:solidFill>
                <a:latin typeface="Microsoft YaHei"/>
              </a:defRPr>
            </a:pPr>
            <a:r>
              <a:t>8. 测试与完成情况</a:t>
            </a:r>
          </a:p>
        </p:txBody>
      </p:sp>
      <p:pic>
        <p:nvPicPr>
          <p:cNvPr id="3" name="Picture 2" descr="08_test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6583680" cy="3703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143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74238"/>
                </a:solidFill>
                <a:latin typeface="Microsoft YaHei"/>
              </a:defRPr>
            </a:pPr>
            <a:r>
              <a:t>已完成验证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783080"/>
            <a:ext cx="3749039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0">
                <a:solidFill>
                  <a:srgbClr val="1F2723"/>
                </a:solidFill>
                <a:latin typeface="Microsoft YaHei"/>
              </a:defRPr>
            </a:pPr>
            <a:r>
              <a:t>传感器读数</a:t>
            </a:r>
            <a:br/>
            <a:r>
              <a:t>串口屏显示和触摸</a:t>
            </a:r>
            <a:br/>
            <a:r>
              <a:t>小程序状态读取和控制</a:t>
            </a:r>
            <a:br/>
            <a:r>
              <a:t>AI/MCP 工具调用</a:t>
            </a:r>
            <a:br/>
            <a:r>
              <a:t>自动/节能联动</a:t>
            </a:r>
            <a:br/>
            <a:r>
              <a:t>近期空气质量记录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4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9. 应用价值与扩展</a:t>
            </a:r>
          </a:p>
        </p:txBody>
      </p:sp>
      <p:pic>
        <p:nvPicPr>
          <p:cNvPr id="3" name="Picture 2" descr="09_application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6629400" cy="37290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35240" y="12801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落地价值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35240" y="1874519"/>
            <a:ext cx="3749039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让室内环境从“凭感觉处理”变成“看得见、控得住、能自动调整”。</a:t>
            </a:r>
            <a:br/>
            <a:br/>
            <a:r>
              <a:t>后续可以接入云端记录、PM2.5/CO2/TVOC 传感器和真实净化器、风机、加湿器控制。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51663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D9822B"/>
                </a:solidFill>
                <a:latin typeface="Microsoft YaHei"/>
              </a:defRPr>
            </a:pPr>
            <a:r>
              <a:t>适用：家庭、宿舍、教室、小办公室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