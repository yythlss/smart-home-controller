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0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喵伴空气管家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F0FA"/>
                </a:solidFill>
                <a:latin typeface="Microsoft YaHei"/>
              </a:defRPr>
            </a:pPr>
            <a:r>
              <a:t>室内环境监测与智能调节系统</a:t>
            </a:r>
            <a:br/>
            <a:r>
              <a:t>传感器 + 串口屏 + 小程序 + AI 语音 + 自动联动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应用问题</a:t>
            </a:r>
          </a:p>
        </p:txBody>
      </p:sp>
      <p:pic>
        <p:nvPicPr>
          <p:cNvPr id="3" name="Picture 2" descr="hardware_overview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914400"/>
            <a:ext cx="3108960" cy="310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097280"/>
            <a:ext cx="4160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2D2D2D"/>
                </a:solidFill>
                <a:latin typeface="Microsoft YaHei"/>
              </a:defRPr>
            </a:pPr>
            <a:r>
              <a:t>室内环境需要被看见、被理解、被控制。作品把空气状态展示、设备调节和自动联动整合在同一系统里。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系统架构</a:t>
            </a:r>
          </a:p>
        </p:txBody>
      </p:sp>
      <p:pic>
        <p:nvPicPr>
          <p:cNvPr id="3" name="Picture 2" descr="01_system_architect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81381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主控制流程</a:t>
            </a:r>
          </a:p>
        </p:txBody>
      </p:sp>
      <p:pic>
        <p:nvPicPr>
          <p:cNvPr id="3" name="Picture 2" descr="02_main_control_flo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81381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硬件连接</a:t>
            </a:r>
          </a:p>
        </p:txBody>
      </p:sp>
      <p:pic>
        <p:nvPicPr>
          <p:cNvPr id="3" name="Picture 2" descr="03_hardware_wiring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81381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串口屏成果</a:t>
            </a:r>
          </a:p>
        </p:txBody>
      </p:sp>
      <p:pic>
        <p:nvPicPr>
          <p:cNvPr id="3" name="Picture 2" descr="serial_pag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2606040" cy="1481328"/>
          </a:xfrm>
          <a:prstGeom prst="rect">
            <a:avLst/>
          </a:prstGeom>
        </p:spPr>
      </p:pic>
      <p:pic>
        <p:nvPicPr>
          <p:cNvPr id="4" name="Picture 3" descr="serial_page_air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914400"/>
            <a:ext cx="2606040" cy="1481328"/>
          </a:xfrm>
          <a:prstGeom prst="rect">
            <a:avLst/>
          </a:prstGeom>
        </p:spPr>
      </p:pic>
      <p:pic>
        <p:nvPicPr>
          <p:cNvPr id="5" name="Picture 4" descr="serial_page_ai_sett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914400"/>
            <a:ext cx="2606040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8346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D2D2D"/>
                </a:solidFill>
                <a:latin typeface="Microsoft YaHei"/>
              </a:defRPr>
            </a:pPr>
            <a:r>
              <a:t>首页、空气详情页、AI 与设置页持续显示数据，新数据到来后覆盖更新。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小程序与 AI</a:t>
            </a:r>
          </a:p>
        </p:txBody>
      </p:sp>
      <p:pic>
        <p:nvPicPr>
          <p:cNvPr id="3" name="Picture 2" descr="04_data_and_api_flow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8138160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3434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小程序通过 HTTP API 控制，AI 通过 MCP 工具桥接到同一套设备状态。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4507A"/>
                </a:solidFill>
                <a:latin typeface="Microsoft YaHei"/>
              </a:defRPr>
            </a:pPr>
            <a:r>
              <a:t>自动联动与价值</a:t>
            </a:r>
          </a:p>
        </p:txBody>
      </p:sp>
      <p:pic>
        <p:nvPicPr>
          <p:cNvPr id="3" name="Picture 2" descr="05_auto_mode_logic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8138160" cy="3886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34340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2D2D2D"/>
                </a:solidFill>
                <a:latin typeface="Microsoft YaHei"/>
              </a:defRPr>
            </a:pPr>
            <a:r>
              <a:t>空气偏差、湿度偏差和通风需求会转化为净化、新风和加湿动作。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50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F0FA"/>
                </a:solidFill>
                <a:latin typeface="Microsoft YaHei"/>
              </a:defRPr>
            </a:pPr>
            <a:r>
              <a:t>当前版本已完成环境采集、屏幕显示、手机控制、AI 语音控制和执行器反馈闭环。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