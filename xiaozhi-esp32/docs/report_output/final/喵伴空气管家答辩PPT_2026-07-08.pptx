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E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喵伴空气管家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8046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0">
                <a:solidFill>
                  <a:srgbClr val="E2EEF8"/>
                </a:solidFill>
                <a:latin typeface="Microsoft YaHei"/>
              </a:defRPr>
            </a:pPr>
            <a:r>
              <a:t>室内环境监测与智能调节系统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E2EEF8"/>
                </a:solidFill>
                <a:latin typeface="Microsoft YaHei"/>
              </a:defRPr>
            </a:pPr>
            <a:r>
              <a:t>传感器 + 串口屏 + 小程序 + AI 语音 + 执行器联动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E5D"/>
                </a:solidFill>
                <a:latin typeface="Microsoft YaHei"/>
              </a:defRPr>
            </a:pPr>
            <a:r>
              <a:t>1. 我们解决什么问题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室内空气和舒适度常常看不见，用户只能凭感觉判断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普通监测器只显示数据，缺少联动控制和多端交互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作品把“看见状态、理解建议、直接控制”放在同一套系统里</a:t>
            </a:r>
          </a:p>
        </p:txBody>
      </p:sp>
      <p:pic>
        <p:nvPicPr>
          <p:cNvPr id="4" name="Picture 3" descr="hardware_overview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914400"/>
            <a:ext cx="3429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E5D"/>
                </a:solidFill>
                <a:latin typeface="Microsoft YaHei"/>
              </a:defRPr>
            </a:pPr>
            <a:r>
              <a:t>2. 系统总体架构</a:t>
            </a:r>
          </a:p>
        </p:txBody>
      </p:sp>
      <p:pic>
        <p:nvPicPr>
          <p:cNvPr id="3" name="Picture 2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813816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E5D"/>
                </a:solidFill>
                <a:latin typeface="Microsoft YaHei"/>
              </a:defRPr>
            </a:pPr>
            <a:r>
              <a:t>3. 硬件与执行反馈</a:t>
            </a:r>
          </a:p>
        </p:txBody>
      </p:sp>
      <p:pic>
        <p:nvPicPr>
          <p:cNvPr id="3" name="Picture 2" descr="fig2_hardware_conn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489204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96012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DHT11：温湿度采集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MQ135：空气质量原始值与评分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红 LED：净化档位，蓝 LED：加湿档位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SG90 舵机扇叶：新风档位，0-180° 往复摆动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E5D"/>
                </a:solidFill>
                <a:latin typeface="Microsoft YaHei"/>
              </a:defRPr>
            </a:pPr>
            <a:r>
              <a:t>4. 串口屏：现场可见、现场可控</a:t>
            </a:r>
          </a:p>
        </p:txBody>
      </p:sp>
      <p:pic>
        <p:nvPicPr>
          <p:cNvPr id="3" name="Picture 2" descr="serial_pag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2606040" cy="1481328"/>
          </a:xfrm>
          <a:prstGeom prst="rect">
            <a:avLst/>
          </a:prstGeom>
        </p:spPr>
      </p:pic>
      <p:pic>
        <p:nvPicPr>
          <p:cNvPr id="4" name="Picture 3" descr="serial_page_air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914400"/>
            <a:ext cx="2606040" cy="1481328"/>
          </a:xfrm>
          <a:prstGeom prst="rect">
            <a:avLst/>
          </a:prstGeom>
        </p:spPr>
      </p:pic>
      <p:pic>
        <p:nvPicPr>
          <p:cNvPr id="5" name="Picture 4" descr="serial_page_ai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914400"/>
            <a:ext cx="2606040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43200"/>
            <a:ext cx="8046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首页显示温湿度和空气状态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空气详情页显示空气评分、MQ135 原始值、舒适度和曲线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智能家居页控制净化、新风、加湿、自动和节能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页面保持上一轮数据，新数据到来时覆盖更新，减少闪烁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E5D"/>
                </a:solidFill>
                <a:latin typeface="Microsoft YaHei"/>
              </a:defRPr>
            </a:pPr>
            <a:r>
              <a:t>5. 小程序与 AI 语音控制</a:t>
            </a:r>
          </a:p>
        </p:txBody>
      </p:sp>
      <p:pic>
        <p:nvPicPr>
          <p:cNvPr id="3" name="Picture 2" descr="fig4_interaction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512064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06440" y="960120"/>
            <a:ext cx="2834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小程序通过局域网 HTTP API 读取状态、历史数据和控制设备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AI 语音通过 MCP 工具调用桥接到 ESP32 HTTP API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三个入口都进入同一控制器，保证显示、状态和执行结果一致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E5D"/>
                </a:solidFill>
                <a:latin typeface="Microsoft YaHei"/>
              </a:defRPr>
            </a:pPr>
            <a:r>
              <a:t>6. 自动联动与应用价值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污染场景：自动提高净化和新风档位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干燥场景：自动开启加湿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节能场景：关闭自动控制和所有执行器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适合宿舍、家庭、办公室、教室等小型空间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后续替换专业传感器和真实执行设备即可向实用化扩展</a:t>
            </a:r>
          </a:p>
        </p:txBody>
      </p:sp>
      <p:pic>
        <p:nvPicPr>
          <p:cNvPr id="4" name="Picture 3" descr="hardware_overview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31089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E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我们完成的不是单个传感器演示，而是一个能感知、能显示、能控制、能语音交互的室内环境管理原型。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7498079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E2EEF8"/>
                </a:solidFill>
                <a:latin typeface="Microsoft YaHei"/>
              </a:defRPr>
            </a:pPr>
            <a:r>
              <a:t>下一步：更高精度传感器、真实执行设备、外壳与长期数据记录。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